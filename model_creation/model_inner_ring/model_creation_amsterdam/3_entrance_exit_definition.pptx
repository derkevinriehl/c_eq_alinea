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2" autoAdjust="0"/>
  </p:normalViewPr>
  <p:slideViewPr>
    <p:cSldViewPr snapToGrid="0">
      <p:cViewPr>
        <p:scale>
          <a:sx n="75" d="100"/>
          <a:sy n="75" d="100"/>
        </p:scale>
        <p:origin x="1836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1D1B3-EC37-45D2-AD2F-7D1576398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7A691-9F75-497A-AE33-EBF4C7C30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03A0-B1D9-4919-AC05-0AB1B75D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C1C3E-B49C-4B78-8592-30840A74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049BE-AE39-4D47-B45D-E73A9245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5008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26466-C672-4354-A32D-AF7D5E60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05A5-420B-4492-91B5-D3F93FF54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92A8A-24FA-433E-8191-271284A04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F1D00-1434-43B5-9BA4-5FC85034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81130-5073-444C-8DC0-608EB01B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01971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ECA16-9C8E-448B-9DBD-65E6ED93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30BF1-ADC3-4B3F-829D-E7006921C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0AFC1-79A4-472B-9993-3FC4BC671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BCBD-1F5A-4C0D-B8A8-C01A9061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B62CC-3485-4CF4-961D-5E53D2EB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4486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A339-2ADC-4D8D-B2B9-FB1C2E1D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1D896-6412-4FDB-9E0F-BCFE1E24D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06082-7144-459F-A04A-6696BA011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D5336-DDC9-4FCA-AD6D-3F105C0E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E66F7-152C-4625-8ED7-910AA0CFA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CCF8A-4687-4F39-98AC-7F1C3D08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558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AEA9-328D-4BCE-8D34-76EF9999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4FBC5-B92C-497E-ADE8-BC8BDB72E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112F6-28E6-4633-866D-7CB4FD475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758D93-6899-4058-A622-5AE0AE636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EDAAE-0DDF-4C5B-A930-1367CACA6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90BCC-BAD8-474E-B74A-8AAA7F70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47A2C-E9FC-4FF7-9758-A0DA67E93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88224-806D-4806-B51B-29424C9E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8859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F240-09E7-4B2C-BE54-507A6A3A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D322F-81DC-41CC-AD4C-492E7A8B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F86E6-4614-4513-A78B-91B795573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6F7C9-1294-44E0-A9FC-E4399ED6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09821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BF2E3-E4E1-47E9-AD07-67AB3ADD4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3B171-158C-452B-A694-249E74AB7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8CB56-C01F-4C7B-8340-291D12B7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95717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8B51F-1DC1-4545-AB0F-24717F009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4E67-EDC3-484A-8489-D30DAAB76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66516-CC60-47D2-9AAB-C9CC114EB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F3820-DD9B-4236-9DB1-7822B6EF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DB5E9-A70D-4A9E-A39B-AC29B645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2A706-6946-4C4B-A61D-D1EDE347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244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505A-326F-420C-9641-28601D881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B64BD4-E827-4D3A-BFDD-627007378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B6B9C-4999-4CE9-B914-D352910E7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070F9-BA62-497A-B7F8-753D03666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5F4C9-3196-46C0-8E70-B8DAF128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A8110-93EE-4EB0-8E0F-D30F717F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266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5F47-6F42-46F0-88AB-3B6E1CCC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846F7-08D4-4473-8EE8-4DEDC8392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11473-3746-4BB4-8183-780C2CD2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149F9-3F40-4060-9B47-2D186BAF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EF1D2-8180-41E6-94FF-326E0FF1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588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BD611-A7DF-43A1-A13D-E5B28065F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AA9-BB8C-412B-83F4-ACF0B1607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EE30D-294F-4164-AE27-4B6751207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DAEC6-8C82-491B-926B-51E812F5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11489-BCF0-43E0-BCEE-A4AACD77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75312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97B134-20CA-4B3F-ACAC-99DA4C56E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5AECF-8473-429B-8DA4-E881089E0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DB4C0-E06D-4262-A038-C8A360BDF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79264-7D6D-4460-8BB6-D5604AF301B1}" type="datetimeFigureOut">
              <a:rPr lang="de-CH" smtClean="0"/>
              <a:t>12.04.2025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1EFAB-1B8B-41E6-A2DE-8DA437201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B2EDD-D936-41B9-AF66-1FF0605AF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7A0D2-BC0C-4CD9-9737-D423F3716AD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227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3EA8F7-D31D-4C95-AC86-2D2F2FD99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19" y="0"/>
            <a:ext cx="86363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3EA8F7-D31D-4C95-AC86-2D2F2FD99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19" y="0"/>
            <a:ext cx="8636305" cy="6858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8545503-6FD3-4EE0-BD1A-4A38935CD44A}"/>
              </a:ext>
            </a:extLst>
          </p:cNvPr>
          <p:cNvCxnSpPr>
            <a:cxnSpLocks/>
          </p:cNvCxnSpPr>
          <p:nvPr/>
        </p:nvCxnSpPr>
        <p:spPr>
          <a:xfrm flipH="1" flipV="1">
            <a:off x="4627053" y="2606422"/>
            <a:ext cx="85725" cy="13677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2C2BFE-7B85-4C06-A526-1F0B3EFDE632}"/>
              </a:ext>
            </a:extLst>
          </p:cNvPr>
          <p:cNvSpPr txBox="1"/>
          <p:nvPr/>
        </p:nvSpPr>
        <p:spPr>
          <a:xfrm>
            <a:off x="475488" y="384048"/>
            <a:ext cx="278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>
                <a:solidFill>
                  <a:srgbClr val="0070C0"/>
                </a:solidFill>
              </a:rPr>
              <a:t>Clockwise</a:t>
            </a:r>
            <a:r>
              <a:rPr lang="de-CH" dirty="0">
                <a:solidFill>
                  <a:srgbClr val="0070C0"/>
                </a:solidFill>
              </a:rPr>
              <a:t> Road (</a:t>
            </a:r>
            <a:r>
              <a:rPr lang="de-CH" dirty="0" err="1">
                <a:solidFill>
                  <a:srgbClr val="0070C0"/>
                </a:solidFill>
              </a:rPr>
              <a:t>Inner</a:t>
            </a:r>
            <a:r>
              <a:rPr lang="de-CH" dirty="0">
                <a:solidFill>
                  <a:srgbClr val="0070C0"/>
                </a:solidFill>
              </a:rPr>
              <a:t> Ring)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6BD3F2-4120-4617-9CDE-FC9E60D0D4DC}"/>
              </a:ext>
            </a:extLst>
          </p:cNvPr>
          <p:cNvCxnSpPr>
            <a:cxnSpLocks/>
          </p:cNvCxnSpPr>
          <p:nvPr/>
        </p:nvCxnSpPr>
        <p:spPr>
          <a:xfrm flipV="1">
            <a:off x="4654295" y="2790095"/>
            <a:ext cx="85725" cy="1558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E5E9B0D-5054-4132-9A4E-826A2999671A}"/>
              </a:ext>
            </a:extLst>
          </p:cNvPr>
          <p:cNvSpPr txBox="1"/>
          <p:nvPr/>
        </p:nvSpPr>
        <p:spPr>
          <a:xfrm>
            <a:off x="4740021" y="252486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B2ED60-545A-4D2F-A367-968A8E47ABED}"/>
              </a:ext>
            </a:extLst>
          </p:cNvPr>
          <p:cNvCxnSpPr>
            <a:cxnSpLocks/>
          </p:cNvCxnSpPr>
          <p:nvPr/>
        </p:nvCxnSpPr>
        <p:spPr>
          <a:xfrm flipV="1">
            <a:off x="4922122" y="2079499"/>
            <a:ext cx="86400" cy="1368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9797DB-0281-4FA1-AA66-92A9AC858F49}"/>
              </a:ext>
            </a:extLst>
          </p:cNvPr>
          <p:cNvSpPr txBox="1"/>
          <p:nvPr/>
        </p:nvSpPr>
        <p:spPr>
          <a:xfrm>
            <a:off x="5012469" y="200145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C7A232-1115-4956-AB28-215C5F1E01DB}"/>
              </a:ext>
            </a:extLst>
          </p:cNvPr>
          <p:cNvCxnSpPr>
            <a:cxnSpLocks/>
          </p:cNvCxnSpPr>
          <p:nvPr/>
        </p:nvCxnSpPr>
        <p:spPr>
          <a:xfrm flipV="1">
            <a:off x="5104898" y="1778032"/>
            <a:ext cx="85725" cy="1558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0B7A79B-9FCE-4862-890A-112705891431}"/>
              </a:ext>
            </a:extLst>
          </p:cNvPr>
          <p:cNvSpPr txBox="1"/>
          <p:nvPr/>
        </p:nvSpPr>
        <p:spPr>
          <a:xfrm>
            <a:off x="4716474" y="2726960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DF55E6-2124-43F7-9AC9-FC9D91872385}"/>
              </a:ext>
            </a:extLst>
          </p:cNvPr>
          <p:cNvSpPr txBox="1"/>
          <p:nvPr/>
        </p:nvSpPr>
        <p:spPr>
          <a:xfrm>
            <a:off x="5144029" y="177997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9C15C0-8247-4838-B955-309C622E6B2D}"/>
              </a:ext>
            </a:extLst>
          </p:cNvPr>
          <p:cNvCxnSpPr>
            <a:cxnSpLocks/>
          </p:cNvCxnSpPr>
          <p:nvPr/>
        </p:nvCxnSpPr>
        <p:spPr>
          <a:xfrm>
            <a:off x="5143729" y="148065"/>
            <a:ext cx="117590" cy="9293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E49BBBF-1980-4755-924D-04EA6671AC22}"/>
              </a:ext>
            </a:extLst>
          </p:cNvPr>
          <p:cNvSpPr txBox="1"/>
          <p:nvPr/>
        </p:nvSpPr>
        <p:spPr>
          <a:xfrm>
            <a:off x="4826421" y="12346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49942A-0357-48D3-A0C3-B63CBA233B3A}"/>
              </a:ext>
            </a:extLst>
          </p:cNvPr>
          <p:cNvCxnSpPr>
            <a:cxnSpLocks/>
          </p:cNvCxnSpPr>
          <p:nvPr/>
        </p:nvCxnSpPr>
        <p:spPr>
          <a:xfrm>
            <a:off x="5851658" y="860966"/>
            <a:ext cx="152710" cy="690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63D04F-2013-4C33-B835-A3E270AFBB01}"/>
              </a:ext>
            </a:extLst>
          </p:cNvPr>
          <p:cNvSpPr txBox="1"/>
          <p:nvPr/>
        </p:nvSpPr>
        <p:spPr>
          <a:xfrm>
            <a:off x="5805444" y="930045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44607F-8786-4166-96CE-614745893F4F}"/>
              </a:ext>
            </a:extLst>
          </p:cNvPr>
          <p:cNvCxnSpPr>
            <a:cxnSpLocks/>
          </p:cNvCxnSpPr>
          <p:nvPr/>
        </p:nvCxnSpPr>
        <p:spPr>
          <a:xfrm flipH="1" flipV="1">
            <a:off x="5426227" y="40147"/>
            <a:ext cx="152400" cy="833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BDCEEA0-6C36-4C69-80F3-2EA254AADD98}"/>
              </a:ext>
            </a:extLst>
          </p:cNvPr>
          <p:cNvSpPr txBox="1"/>
          <p:nvPr/>
        </p:nvSpPr>
        <p:spPr>
          <a:xfrm>
            <a:off x="5541012" y="40147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6068D1E-E9F0-40F1-8CB5-29B423F1E724}"/>
              </a:ext>
            </a:extLst>
          </p:cNvPr>
          <p:cNvCxnSpPr>
            <a:cxnSpLocks/>
          </p:cNvCxnSpPr>
          <p:nvPr/>
        </p:nvCxnSpPr>
        <p:spPr>
          <a:xfrm flipV="1">
            <a:off x="6052800" y="758706"/>
            <a:ext cx="86400" cy="1368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9B57E11-402C-4337-84FD-70C834BEADA4}"/>
              </a:ext>
            </a:extLst>
          </p:cNvPr>
          <p:cNvSpPr txBox="1"/>
          <p:nvPr/>
        </p:nvSpPr>
        <p:spPr>
          <a:xfrm>
            <a:off x="6126510" y="75586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E4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60C120-F435-4FE3-828F-530075FEC410}"/>
              </a:ext>
            </a:extLst>
          </p:cNvPr>
          <p:cNvCxnSpPr>
            <a:cxnSpLocks/>
          </p:cNvCxnSpPr>
          <p:nvPr/>
        </p:nvCxnSpPr>
        <p:spPr>
          <a:xfrm flipH="1">
            <a:off x="6879703" y="1011866"/>
            <a:ext cx="46214" cy="2229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520B138-71B0-42B9-B523-0FC77CBA3FBB}"/>
              </a:ext>
            </a:extLst>
          </p:cNvPr>
          <p:cNvSpPr txBox="1"/>
          <p:nvPr/>
        </p:nvSpPr>
        <p:spPr>
          <a:xfrm>
            <a:off x="6554577" y="1083933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A5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8A1F41-A041-49C2-AF61-AC0B39F18CDE}"/>
              </a:ext>
            </a:extLst>
          </p:cNvPr>
          <p:cNvCxnSpPr>
            <a:cxnSpLocks/>
          </p:cNvCxnSpPr>
          <p:nvPr/>
        </p:nvCxnSpPr>
        <p:spPr>
          <a:xfrm>
            <a:off x="7061804" y="1165755"/>
            <a:ext cx="152710" cy="6907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F8EAACE-F315-4755-AB6F-B89586ED244E}"/>
              </a:ext>
            </a:extLst>
          </p:cNvPr>
          <p:cNvSpPr txBox="1"/>
          <p:nvPr/>
        </p:nvSpPr>
        <p:spPr>
          <a:xfrm>
            <a:off x="6913888" y="120029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A772897-6F2A-446C-9877-86F6B2683131}"/>
              </a:ext>
            </a:extLst>
          </p:cNvPr>
          <p:cNvCxnSpPr>
            <a:cxnSpLocks/>
          </p:cNvCxnSpPr>
          <p:nvPr/>
        </p:nvCxnSpPr>
        <p:spPr>
          <a:xfrm flipH="1">
            <a:off x="7834584" y="1632978"/>
            <a:ext cx="46214" cy="2229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7446473-D31D-4575-AD12-2A7D1FBAAF83}"/>
              </a:ext>
            </a:extLst>
          </p:cNvPr>
          <p:cNvSpPr txBox="1"/>
          <p:nvPr/>
        </p:nvSpPr>
        <p:spPr>
          <a:xfrm>
            <a:off x="7491650" y="1590573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A6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3FA001-42CE-4D40-9BF4-166E54764DAF}"/>
              </a:ext>
            </a:extLst>
          </p:cNvPr>
          <p:cNvCxnSpPr>
            <a:cxnSpLocks/>
          </p:cNvCxnSpPr>
          <p:nvPr/>
        </p:nvCxnSpPr>
        <p:spPr>
          <a:xfrm>
            <a:off x="8035735" y="1821406"/>
            <a:ext cx="152710" cy="6907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02FA2FA-7993-4D45-801D-9A95DEE4B4FB}"/>
              </a:ext>
            </a:extLst>
          </p:cNvPr>
          <p:cNvSpPr txBox="1"/>
          <p:nvPr/>
        </p:nvSpPr>
        <p:spPr>
          <a:xfrm>
            <a:off x="7853634" y="184012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E6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737DF35-7B1F-49F7-A753-3921CE48BBDC}"/>
              </a:ext>
            </a:extLst>
          </p:cNvPr>
          <p:cNvCxnSpPr>
            <a:cxnSpLocks/>
          </p:cNvCxnSpPr>
          <p:nvPr/>
        </p:nvCxnSpPr>
        <p:spPr>
          <a:xfrm flipH="1">
            <a:off x="8969856" y="2631716"/>
            <a:ext cx="46214" cy="2229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C9ABD63-B368-443A-A00E-0F106A9475D2}"/>
              </a:ext>
            </a:extLst>
          </p:cNvPr>
          <p:cNvSpPr txBox="1"/>
          <p:nvPr/>
        </p:nvSpPr>
        <p:spPr>
          <a:xfrm>
            <a:off x="8626922" y="2589311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A7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2D2BF6D-0F0F-4C64-8907-7219CEFBFE13}"/>
              </a:ext>
            </a:extLst>
          </p:cNvPr>
          <p:cNvCxnSpPr>
            <a:cxnSpLocks/>
          </p:cNvCxnSpPr>
          <p:nvPr/>
        </p:nvCxnSpPr>
        <p:spPr>
          <a:xfrm>
            <a:off x="9083485" y="2878372"/>
            <a:ext cx="152710" cy="6907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154E10A-C6A0-4F8F-AD7E-2AF17BAD5D7C}"/>
              </a:ext>
            </a:extLst>
          </p:cNvPr>
          <p:cNvSpPr txBox="1"/>
          <p:nvPr/>
        </p:nvSpPr>
        <p:spPr>
          <a:xfrm>
            <a:off x="8901384" y="2897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E7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B8D0E6F-89BD-49CD-B8E0-B08E323E9E8E}"/>
              </a:ext>
            </a:extLst>
          </p:cNvPr>
          <p:cNvCxnSpPr>
            <a:cxnSpLocks/>
          </p:cNvCxnSpPr>
          <p:nvPr/>
        </p:nvCxnSpPr>
        <p:spPr>
          <a:xfrm flipH="1">
            <a:off x="9318950" y="3815991"/>
            <a:ext cx="46214" cy="2229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8AD35EB-514D-4234-879B-B454DD8698E5}"/>
              </a:ext>
            </a:extLst>
          </p:cNvPr>
          <p:cNvSpPr txBox="1"/>
          <p:nvPr/>
        </p:nvSpPr>
        <p:spPr>
          <a:xfrm>
            <a:off x="8976016" y="3773586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A8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2391CDE-DC62-46CA-85AE-68F47960C962}"/>
              </a:ext>
            </a:extLst>
          </p:cNvPr>
          <p:cNvCxnSpPr>
            <a:cxnSpLocks/>
          </p:cNvCxnSpPr>
          <p:nvPr/>
        </p:nvCxnSpPr>
        <p:spPr>
          <a:xfrm>
            <a:off x="9118735" y="4182346"/>
            <a:ext cx="152710" cy="6907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A968552-078E-4CBB-AC15-A083656DFC51}"/>
              </a:ext>
            </a:extLst>
          </p:cNvPr>
          <p:cNvSpPr txBox="1"/>
          <p:nvPr/>
        </p:nvSpPr>
        <p:spPr>
          <a:xfrm>
            <a:off x="8936634" y="420106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E8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1621C8-5390-45BA-A6A5-9AC762466109}"/>
              </a:ext>
            </a:extLst>
          </p:cNvPr>
          <p:cNvCxnSpPr>
            <a:cxnSpLocks/>
          </p:cNvCxnSpPr>
          <p:nvPr/>
        </p:nvCxnSpPr>
        <p:spPr>
          <a:xfrm>
            <a:off x="9483472" y="5449249"/>
            <a:ext cx="184403" cy="1355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A5DEBB0-585B-4A70-9855-D2DE9C861F32}"/>
              </a:ext>
            </a:extLst>
          </p:cNvPr>
          <p:cNvSpPr txBox="1"/>
          <p:nvPr/>
        </p:nvSpPr>
        <p:spPr>
          <a:xfrm>
            <a:off x="9236195" y="5449249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846A2E-B08D-4518-927B-787E23ED5194}"/>
              </a:ext>
            </a:extLst>
          </p:cNvPr>
          <p:cNvSpPr txBox="1"/>
          <p:nvPr/>
        </p:nvSpPr>
        <p:spPr>
          <a:xfrm>
            <a:off x="9621237" y="520926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E9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82FBDB9-E35B-48EE-B14A-3442766265B0}"/>
              </a:ext>
            </a:extLst>
          </p:cNvPr>
          <p:cNvCxnSpPr>
            <a:cxnSpLocks/>
          </p:cNvCxnSpPr>
          <p:nvPr/>
        </p:nvCxnSpPr>
        <p:spPr>
          <a:xfrm flipH="1" flipV="1">
            <a:off x="9460719" y="5176855"/>
            <a:ext cx="207156" cy="1524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AFCCC07-CC3E-4661-9E6A-AFBB4D971EAF}"/>
              </a:ext>
            </a:extLst>
          </p:cNvPr>
          <p:cNvSpPr txBox="1"/>
          <p:nvPr/>
        </p:nvSpPr>
        <p:spPr>
          <a:xfrm>
            <a:off x="8350407" y="5228501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A10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6F89C6C-D345-4E61-9092-1C68008E73B6}"/>
              </a:ext>
            </a:extLst>
          </p:cNvPr>
          <p:cNvCxnSpPr>
            <a:cxnSpLocks/>
          </p:cNvCxnSpPr>
          <p:nvPr/>
        </p:nvCxnSpPr>
        <p:spPr>
          <a:xfrm flipH="1">
            <a:off x="8629730" y="5435352"/>
            <a:ext cx="200119" cy="1654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D24DB0-73BE-4943-A508-06228513EAD0}"/>
              </a:ext>
            </a:extLst>
          </p:cNvPr>
          <p:cNvCxnSpPr>
            <a:cxnSpLocks/>
          </p:cNvCxnSpPr>
          <p:nvPr/>
        </p:nvCxnSpPr>
        <p:spPr>
          <a:xfrm>
            <a:off x="8568916" y="5659146"/>
            <a:ext cx="116011" cy="1633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888E900-A298-4419-BD73-E07647F4392A}"/>
              </a:ext>
            </a:extLst>
          </p:cNvPr>
          <p:cNvSpPr txBox="1"/>
          <p:nvPr/>
        </p:nvSpPr>
        <p:spPr>
          <a:xfrm>
            <a:off x="8184886" y="5603137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E10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2E3EC79-884F-4A59-BAAA-A625758A1E39}"/>
              </a:ext>
            </a:extLst>
          </p:cNvPr>
          <p:cNvCxnSpPr>
            <a:cxnSpLocks/>
          </p:cNvCxnSpPr>
          <p:nvPr/>
        </p:nvCxnSpPr>
        <p:spPr>
          <a:xfrm flipH="1" flipV="1">
            <a:off x="8184886" y="5858396"/>
            <a:ext cx="155431" cy="1050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AD98A70-A9DB-4F0E-B01E-B0CAB5BA6353}"/>
              </a:ext>
            </a:extLst>
          </p:cNvPr>
          <p:cNvSpPr txBox="1"/>
          <p:nvPr/>
        </p:nvSpPr>
        <p:spPr>
          <a:xfrm>
            <a:off x="7853634" y="5567926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DCD91D-200F-4050-B0E8-00A62D6BC64B}"/>
              </a:ext>
            </a:extLst>
          </p:cNvPr>
          <p:cNvSpPr txBox="1"/>
          <p:nvPr/>
        </p:nvSpPr>
        <p:spPr>
          <a:xfrm>
            <a:off x="7758784" y="5783285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89DC550-951D-41CB-990F-4426360F0921}"/>
              </a:ext>
            </a:extLst>
          </p:cNvPr>
          <p:cNvCxnSpPr>
            <a:cxnSpLocks/>
          </p:cNvCxnSpPr>
          <p:nvPr/>
        </p:nvCxnSpPr>
        <p:spPr>
          <a:xfrm>
            <a:off x="8112090" y="5875703"/>
            <a:ext cx="116011" cy="1633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0902EA7-54C7-4703-A6DC-9EED00A15236}"/>
              </a:ext>
            </a:extLst>
          </p:cNvPr>
          <p:cNvCxnSpPr>
            <a:cxnSpLocks/>
          </p:cNvCxnSpPr>
          <p:nvPr/>
        </p:nvCxnSpPr>
        <p:spPr>
          <a:xfrm flipH="1" flipV="1">
            <a:off x="7798976" y="6055851"/>
            <a:ext cx="155431" cy="1050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88141B7-BC39-49A9-AC67-3FBBA10E0E87}"/>
              </a:ext>
            </a:extLst>
          </p:cNvPr>
          <p:cNvSpPr txBox="1"/>
          <p:nvPr/>
        </p:nvSpPr>
        <p:spPr>
          <a:xfrm>
            <a:off x="7408908" y="5783284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A12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1B2CC4E-3B04-43CD-93CD-8971F6FE05F8}"/>
              </a:ext>
            </a:extLst>
          </p:cNvPr>
          <p:cNvCxnSpPr>
            <a:cxnSpLocks/>
          </p:cNvCxnSpPr>
          <p:nvPr/>
        </p:nvCxnSpPr>
        <p:spPr>
          <a:xfrm>
            <a:off x="7685350" y="6139968"/>
            <a:ext cx="116011" cy="1633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9A41F57-3047-40B8-B230-6682E3EA304B}"/>
              </a:ext>
            </a:extLst>
          </p:cNvPr>
          <p:cNvSpPr txBox="1"/>
          <p:nvPr/>
        </p:nvSpPr>
        <p:spPr>
          <a:xfrm>
            <a:off x="7252932" y="5986078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E12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BC20758-DAFD-45A6-AFED-048B8B736B6C}"/>
              </a:ext>
            </a:extLst>
          </p:cNvPr>
          <p:cNvCxnSpPr>
            <a:cxnSpLocks/>
          </p:cNvCxnSpPr>
          <p:nvPr/>
        </p:nvCxnSpPr>
        <p:spPr>
          <a:xfrm flipH="1" flipV="1">
            <a:off x="7202654" y="6110512"/>
            <a:ext cx="120238" cy="2222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32811BA-85A4-40AF-B7B6-D29F124DF418}"/>
              </a:ext>
            </a:extLst>
          </p:cNvPr>
          <p:cNvSpPr txBox="1"/>
          <p:nvPr/>
        </p:nvSpPr>
        <p:spPr>
          <a:xfrm>
            <a:off x="6937710" y="5835286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A13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0442277-D559-4F62-B4AB-F2048A35DE99}"/>
              </a:ext>
            </a:extLst>
          </p:cNvPr>
          <p:cNvCxnSpPr>
            <a:cxnSpLocks/>
          </p:cNvCxnSpPr>
          <p:nvPr/>
        </p:nvCxnSpPr>
        <p:spPr>
          <a:xfrm>
            <a:off x="7033780" y="6675120"/>
            <a:ext cx="124417" cy="1828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675BF97D-5F90-4D1A-89EA-CF004D369BB9}"/>
              </a:ext>
            </a:extLst>
          </p:cNvPr>
          <p:cNvSpPr txBox="1"/>
          <p:nvPr/>
        </p:nvSpPr>
        <p:spPr>
          <a:xfrm>
            <a:off x="6584766" y="6584762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A14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F447F47-4352-4F63-B850-3914F6B48E10}"/>
              </a:ext>
            </a:extLst>
          </p:cNvPr>
          <p:cNvCxnSpPr>
            <a:cxnSpLocks/>
          </p:cNvCxnSpPr>
          <p:nvPr/>
        </p:nvCxnSpPr>
        <p:spPr>
          <a:xfrm flipH="1" flipV="1">
            <a:off x="7414053" y="6657398"/>
            <a:ext cx="17872" cy="18399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7DA05E4-9700-429C-B0F3-95E4D2CE33B3}"/>
              </a:ext>
            </a:extLst>
          </p:cNvPr>
          <p:cNvSpPr txBox="1"/>
          <p:nvPr/>
        </p:nvSpPr>
        <p:spPr>
          <a:xfrm>
            <a:off x="7418000" y="6588086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E13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AC8D9B6-F2B0-46BC-AA9A-89F7B836B97D}"/>
              </a:ext>
            </a:extLst>
          </p:cNvPr>
          <p:cNvCxnSpPr>
            <a:cxnSpLocks/>
          </p:cNvCxnSpPr>
          <p:nvPr/>
        </p:nvCxnSpPr>
        <p:spPr>
          <a:xfrm flipH="1" flipV="1">
            <a:off x="6689434" y="5979948"/>
            <a:ext cx="120238" cy="2222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7CC9262A-8B34-4D14-89A7-EB9B15C4B8CD}"/>
              </a:ext>
            </a:extLst>
          </p:cNvPr>
          <p:cNvSpPr txBox="1"/>
          <p:nvPr/>
        </p:nvSpPr>
        <p:spPr>
          <a:xfrm>
            <a:off x="6652079" y="5731240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AE1E1D-C51F-463D-A585-A0826D2019C0}"/>
              </a:ext>
            </a:extLst>
          </p:cNvPr>
          <p:cNvSpPr txBox="1"/>
          <p:nvPr/>
        </p:nvSpPr>
        <p:spPr>
          <a:xfrm>
            <a:off x="6138035" y="5475507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E14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491D28C-FC22-4F24-9C92-7363186BFABF}"/>
              </a:ext>
            </a:extLst>
          </p:cNvPr>
          <p:cNvCxnSpPr>
            <a:cxnSpLocks/>
          </p:cNvCxnSpPr>
          <p:nvPr/>
        </p:nvCxnSpPr>
        <p:spPr>
          <a:xfrm flipH="1">
            <a:off x="6332525" y="5752556"/>
            <a:ext cx="200119" cy="16545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84889CA-2213-4AB3-B06F-2589BB86CFE0}"/>
              </a:ext>
            </a:extLst>
          </p:cNvPr>
          <p:cNvCxnSpPr>
            <a:cxnSpLocks/>
          </p:cNvCxnSpPr>
          <p:nvPr/>
        </p:nvCxnSpPr>
        <p:spPr>
          <a:xfrm flipH="1">
            <a:off x="4997760" y="5792973"/>
            <a:ext cx="200119" cy="16545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97FD6905-1C9E-4DEC-AA19-A17C7EFE9724}"/>
              </a:ext>
            </a:extLst>
          </p:cNvPr>
          <p:cNvSpPr txBox="1"/>
          <p:nvPr/>
        </p:nvSpPr>
        <p:spPr>
          <a:xfrm>
            <a:off x="5057465" y="5517670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E15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C6A6A89-EEB8-4FDD-B844-E00357608E35}"/>
              </a:ext>
            </a:extLst>
          </p:cNvPr>
          <p:cNvCxnSpPr>
            <a:cxnSpLocks/>
          </p:cNvCxnSpPr>
          <p:nvPr/>
        </p:nvCxnSpPr>
        <p:spPr>
          <a:xfrm flipH="1" flipV="1">
            <a:off x="5533009" y="5721814"/>
            <a:ext cx="120238" cy="2222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5DDAA3C-B0D9-4648-AEBA-06C179525A5E}"/>
              </a:ext>
            </a:extLst>
          </p:cNvPr>
          <p:cNvSpPr txBox="1"/>
          <p:nvPr/>
        </p:nvSpPr>
        <p:spPr>
          <a:xfrm>
            <a:off x="5520662" y="5499644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A16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C93D4BC-0305-4FA0-9536-66D71DB604B0}"/>
              </a:ext>
            </a:extLst>
          </p:cNvPr>
          <p:cNvCxnSpPr>
            <a:cxnSpLocks/>
          </p:cNvCxnSpPr>
          <p:nvPr/>
        </p:nvCxnSpPr>
        <p:spPr>
          <a:xfrm flipH="1" flipV="1">
            <a:off x="3803662" y="5929312"/>
            <a:ext cx="311332" cy="294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4B6A62C-5701-4CBD-A324-3F88848FFB8F}"/>
              </a:ext>
            </a:extLst>
          </p:cNvPr>
          <p:cNvSpPr txBox="1"/>
          <p:nvPr/>
        </p:nvSpPr>
        <p:spPr>
          <a:xfrm>
            <a:off x="3635914" y="5569729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A17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F5A28C2-A890-4034-B898-D11D3B45D91D}"/>
              </a:ext>
            </a:extLst>
          </p:cNvPr>
          <p:cNvCxnSpPr>
            <a:cxnSpLocks/>
          </p:cNvCxnSpPr>
          <p:nvPr/>
        </p:nvCxnSpPr>
        <p:spPr>
          <a:xfrm flipV="1">
            <a:off x="3771685" y="6182067"/>
            <a:ext cx="402521" cy="2010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A0032F33-3B74-47B8-BB73-A62A31891AD2}"/>
              </a:ext>
            </a:extLst>
          </p:cNvPr>
          <p:cNvSpPr txBox="1"/>
          <p:nvPr/>
        </p:nvSpPr>
        <p:spPr>
          <a:xfrm>
            <a:off x="3696099" y="6261699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E16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F52D81E-0F8D-42BF-B670-FF23B49D6565}"/>
              </a:ext>
            </a:extLst>
          </p:cNvPr>
          <p:cNvCxnSpPr>
            <a:cxnSpLocks/>
          </p:cNvCxnSpPr>
          <p:nvPr/>
        </p:nvCxnSpPr>
        <p:spPr>
          <a:xfrm flipV="1">
            <a:off x="4629497" y="5567926"/>
            <a:ext cx="359659" cy="1041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F808AAC-05FD-4919-A139-15E1F52854A2}"/>
              </a:ext>
            </a:extLst>
          </p:cNvPr>
          <p:cNvSpPr txBox="1"/>
          <p:nvPr/>
        </p:nvSpPr>
        <p:spPr>
          <a:xfrm>
            <a:off x="4574410" y="5667220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A18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AC890B6-774D-4749-BFB6-64FA03835EC2}"/>
              </a:ext>
            </a:extLst>
          </p:cNvPr>
          <p:cNvCxnSpPr>
            <a:cxnSpLocks/>
          </p:cNvCxnSpPr>
          <p:nvPr/>
        </p:nvCxnSpPr>
        <p:spPr>
          <a:xfrm flipH="1">
            <a:off x="4648181" y="5433925"/>
            <a:ext cx="371482" cy="487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7657E392-11F0-4985-864F-BD4DB6FF2C75}"/>
              </a:ext>
            </a:extLst>
          </p:cNvPr>
          <p:cNvSpPr txBox="1"/>
          <p:nvPr/>
        </p:nvSpPr>
        <p:spPr>
          <a:xfrm>
            <a:off x="4917629" y="5191867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E17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A761C12-58C0-44B1-9199-A2AF104A33BB}"/>
              </a:ext>
            </a:extLst>
          </p:cNvPr>
          <p:cNvCxnSpPr>
            <a:cxnSpLocks/>
          </p:cNvCxnSpPr>
          <p:nvPr/>
        </p:nvCxnSpPr>
        <p:spPr>
          <a:xfrm flipV="1">
            <a:off x="4664647" y="4896586"/>
            <a:ext cx="359659" cy="1041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5ACA97A-4452-41F2-A46E-BA5F1BEE0382}"/>
              </a:ext>
            </a:extLst>
          </p:cNvPr>
          <p:cNvSpPr txBox="1"/>
          <p:nvPr/>
        </p:nvSpPr>
        <p:spPr>
          <a:xfrm>
            <a:off x="4633189" y="4904993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A19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A5AECEC-96D9-4EFD-8448-00BEBBA09DC4}"/>
              </a:ext>
            </a:extLst>
          </p:cNvPr>
          <p:cNvCxnSpPr>
            <a:cxnSpLocks/>
          </p:cNvCxnSpPr>
          <p:nvPr/>
        </p:nvCxnSpPr>
        <p:spPr>
          <a:xfrm flipH="1">
            <a:off x="4651798" y="4727175"/>
            <a:ext cx="371482" cy="487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A3DA1EB4-37BE-4D52-B4FA-A400F60A6F70}"/>
              </a:ext>
            </a:extLst>
          </p:cNvPr>
          <p:cNvSpPr txBox="1"/>
          <p:nvPr/>
        </p:nvSpPr>
        <p:spPr>
          <a:xfrm>
            <a:off x="4921246" y="4485117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E18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FFF29D9-15B9-4C5A-A41F-C0DE6058A245}"/>
              </a:ext>
            </a:extLst>
          </p:cNvPr>
          <p:cNvCxnSpPr>
            <a:cxnSpLocks/>
          </p:cNvCxnSpPr>
          <p:nvPr/>
        </p:nvCxnSpPr>
        <p:spPr>
          <a:xfrm flipV="1">
            <a:off x="4691179" y="3989995"/>
            <a:ext cx="359659" cy="1041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2E5A794-8FDD-4183-8D51-C1425D1D7B41}"/>
              </a:ext>
            </a:extLst>
          </p:cNvPr>
          <p:cNvSpPr txBox="1"/>
          <p:nvPr/>
        </p:nvSpPr>
        <p:spPr>
          <a:xfrm>
            <a:off x="4659721" y="3998402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A20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A3E997E-60C0-4423-803C-6B035B51846C}"/>
              </a:ext>
            </a:extLst>
          </p:cNvPr>
          <p:cNvCxnSpPr>
            <a:cxnSpLocks/>
          </p:cNvCxnSpPr>
          <p:nvPr/>
        </p:nvCxnSpPr>
        <p:spPr>
          <a:xfrm flipH="1">
            <a:off x="4678330" y="3820584"/>
            <a:ext cx="371482" cy="487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6B29FE97-A28B-4C51-BCD5-D9AF32D348CC}"/>
              </a:ext>
            </a:extLst>
          </p:cNvPr>
          <p:cNvSpPr txBox="1"/>
          <p:nvPr/>
        </p:nvSpPr>
        <p:spPr>
          <a:xfrm>
            <a:off x="4947778" y="3578526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E19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0FE7F40-64A3-4E03-99F6-6B965883F866}"/>
              </a:ext>
            </a:extLst>
          </p:cNvPr>
          <p:cNvCxnSpPr>
            <a:cxnSpLocks/>
          </p:cNvCxnSpPr>
          <p:nvPr/>
        </p:nvCxnSpPr>
        <p:spPr>
          <a:xfrm flipV="1">
            <a:off x="4697158" y="3315732"/>
            <a:ext cx="85725" cy="1558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2BF20EE-F7E5-4A37-8584-F38296D4B8F3}"/>
              </a:ext>
            </a:extLst>
          </p:cNvPr>
          <p:cNvSpPr txBox="1"/>
          <p:nvPr/>
        </p:nvSpPr>
        <p:spPr>
          <a:xfrm>
            <a:off x="4699153" y="3333473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A21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D50E117-A6D0-44E4-A460-B6DE400864B9}"/>
              </a:ext>
            </a:extLst>
          </p:cNvPr>
          <p:cNvCxnSpPr>
            <a:cxnSpLocks/>
          </p:cNvCxnSpPr>
          <p:nvPr/>
        </p:nvCxnSpPr>
        <p:spPr>
          <a:xfrm flipH="1" flipV="1">
            <a:off x="4678330" y="3142089"/>
            <a:ext cx="103564" cy="1560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180BC5FE-744F-4F69-ABFD-89E364B7C906}"/>
              </a:ext>
            </a:extLst>
          </p:cNvPr>
          <p:cNvSpPr txBox="1"/>
          <p:nvPr/>
        </p:nvSpPr>
        <p:spPr>
          <a:xfrm>
            <a:off x="4720223" y="3102784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E20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F0DAD9F-7A19-4304-B433-DF4629C641E6}"/>
              </a:ext>
            </a:extLst>
          </p:cNvPr>
          <p:cNvCxnSpPr>
            <a:cxnSpLocks/>
          </p:cNvCxnSpPr>
          <p:nvPr/>
        </p:nvCxnSpPr>
        <p:spPr>
          <a:xfrm flipV="1">
            <a:off x="4659721" y="2970140"/>
            <a:ext cx="85725" cy="1558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DDEC6D8-C6DF-4337-8388-22E062C3506E}"/>
              </a:ext>
            </a:extLst>
          </p:cNvPr>
          <p:cNvSpPr txBox="1"/>
          <p:nvPr/>
        </p:nvSpPr>
        <p:spPr>
          <a:xfrm>
            <a:off x="4721900" y="2907005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A22</a:t>
            </a:r>
          </a:p>
        </p:txBody>
      </p:sp>
    </p:spTree>
    <p:extLst>
      <p:ext uri="{BB962C8B-B14F-4D97-AF65-F5344CB8AC3E}">
        <p14:creationId xmlns:p14="http://schemas.microsoft.com/office/powerpoint/2010/main" val="308262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3EA8F7-D31D-4C95-AC86-2D2F2FD99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19" y="0"/>
            <a:ext cx="86363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2C2BFE-7B85-4C06-A526-1F0B3EFDE632}"/>
              </a:ext>
            </a:extLst>
          </p:cNvPr>
          <p:cNvSpPr txBox="1"/>
          <p:nvPr/>
        </p:nvSpPr>
        <p:spPr>
          <a:xfrm>
            <a:off x="475488" y="384048"/>
            <a:ext cx="2835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>
                <a:solidFill>
                  <a:srgbClr val="0070C0"/>
                </a:solidFill>
              </a:rPr>
              <a:t>Clockwise</a:t>
            </a:r>
            <a:r>
              <a:rPr lang="de-CH" dirty="0">
                <a:solidFill>
                  <a:srgbClr val="0070C0"/>
                </a:solidFill>
              </a:rPr>
              <a:t> Road (Outer Ring)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1A8E95-D051-4E54-B059-7982E94D1C12}"/>
              </a:ext>
            </a:extLst>
          </p:cNvPr>
          <p:cNvCxnSpPr>
            <a:cxnSpLocks/>
          </p:cNvCxnSpPr>
          <p:nvPr/>
        </p:nvCxnSpPr>
        <p:spPr>
          <a:xfrm>
            <a:off x="4408360" y="2751677"/>
            <a:ext cx="108871" cy="1619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40F5FE-FD3F-4024-B6B3-865093B863F1}"/>
              </a:ext>
            </a:extLst>
          </p:cNvPr>
          <p:cNvCxnSpPr>
            <a:cxnSpLocks/>
          </p:cNvCxnSpPr>
          <p:nvPr/>
        </p:nvCxnSpPr>
        <p:spPr>
          <a:xfrm flipH="1">
            <a:off x="4369594" y="2533953"/>
            <a:ext cx="123157" cy="1449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F76EA6-C1D6-4DA8-A54B-18BC2AC38CFC}"/>
              </a:ext>
            </a:extLst>
          </p:cNvPr>
          <p:cNvSpPr txBox="1"/>
          <p:nvPr/>
        </p:nvSpPr>
        <p:spPr>
          <a:xfrm>
            <a:off x="3986009" y="267875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0D72F6-553A-464E-9C22-DCE7F11E13D3}"/>
              </a:ext>
            </a:extLst>
          </p:cNvPr>
          <p:cNvSpPr txBox="1"/>
          <p:nvPr/>
        </p:nvSpPr>
        <p:spPr>
          <a:xfrm>
            <a:off x="3984552" y="2452533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154FE5-F1AE-40EE-ABCF-1CE1A6D26116}"/>
              </a:ext>
            </a:extLst>
          </p:cNvPr>
          <p:cNvCxnSpPr>
            <a:cxnSpLocks/>
          </p:cNvCxnSpPr>
          <p:nvPr/>
        </p:nvCxnSpPr>
        <p:spPr>
          <a:xfrm>
            <a:off x="4449506" y="3096958"/>
            <a:ext cx="108871" cy="1619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A370B41-1C8B-4325-A8EE-9535670CF0EE}"/>
              </a:ext>
            </a:extLst>
          </p:cNvPr>
          <p:cNvSpPr txBox="1"/>
          <p:nvPr/>
        </p:nvSpPr>
        <p:spPr>
          <a:xfrm>
            <a:off x="4003677" y="290510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A8B25A-9E06-487D-8676-6D5B9EFC4B4E}"/>
              </a:ext>
            </a:extLst>
          </p:cNvPr>
          <p:cNvCxnSpPr>
            <a:cxnSpLocks/>
          </p:cNvCxnSpPr>
          <p:nvPr/>
        </p:nvCxnSpPr>
        <p:spPr>
          <a:xfrm>
            <a:off x="4307962" y="3935766"/>
            <a:ext cx="108871" cy="1619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3901A78-EF6E-4483-8330-1197C4507230}"/>
              </a:ext>
            </a:extLst>
          </p:cNvPr>
          <p:cNvSpPr txBox="1"/>
          <p:nvPr/>
        </p:nvSpPr>
        <p:spPr>
          <a:xfrm>
            <a:off x="3984552" y="378021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5624E1-D1B4-4A86-BA89-67204B4C5D66}"/>
              </a:ext>
            </a:extLst>
          </p:cNvPr>
          <p:cNvCxnSpPr>
            <a:cxnSpLocks/>
          </p:cNvCxnSpPr>
          <p:nvPr/>
        </p:nvCxnSpPr>
        <p:spPr>
          <a:xfrm flipH="1">
            <a:off x="4395071" y="3665047"/>
            <a:ext cx="123157" cy="1449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E72ACBE-1EC9-456D-85BD-398154A9FF88}"/>
              </a:ext>
            </a:extLst>
          </p:cNvPr>
          <p:cNvSpPr txBox="1"/>
          <p:nvPr/>
        </p:nvSpPr>
        <p:spPr>
          <a:xfrm>
            <a:off x="4003677" y="3559951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B20E0F-0F8D-4B00-A4F2-9D0281C5A296}"/>
              </a:ext>
            </a:extLst>
          </p:cNvPr>
          <p:cNvCxnSpPr>
            <a:cxnSpLocks/>
          </p:cNvCxnSpPr>
          <p:nvPr/>
        </p:nvCxnSpPr>
        <p:spPr>
          <a:xfrm flipH="1">
            <a:off x="4388719" y="4676319"/>
            <a:ext cx="123157" cy="1449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83A729-7DE1-4431-BE4D-7E68E9808756}"/>
              </a:ext>
            </a:extLst>
          </p:cNvPr>
          <p:cNvSpPr txBox="1"/>
          <p:nvPr/>
        </p:nvSpPr>
        <p:spPr>
          <a:xfrm>
            <a:off x="4060470" y="4571475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A3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742B5F-2050-4D4A-AC18-AAF8E09B7569}"/>
              </a:ext>
            </a:extLst>
          </p:cNvPr>
          <p:cNvCxnSpPr>
            <a:cxnSpLocks/>
          </p:cNvCxnSpPr>
          <p:nvPr/>
        </p:nvCxnSpPr>
        <p:spPr>
          <a:xfrm>
            <a:off x="4383880" y="4904935"/>
            <a:ext cx="108871" cy="1619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66F6F0-E02A-41D2-96C2-88CBC9539B8A}"/>
              </a:ext>
            </a:extLst>
          </p:cNvPr>
          <p:cNvSpPr txBox="1"/>
          <p:nvPr/>
        </p:nvSpPr>
        <p:spPr>
          <a:xfrm>
            <a:off x="4060470" y="474938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E4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2A0FF1-5E30-42E1-ABCD-FEA94F6B20BB}"/>
              </a:ext>
            </a:extLst>
          </p:cNvPr>
          <p:cNvCxnSpPr>
            <a:cxnSpLocks/>
          </p:cNvCxnSpPr>
          <p:nvPr/>
        </p:nvCxnSpPr>
        <p:spPr>
          <a:xfrm>
            <a:off x="4299489" y="5606628"/>
            <a:ext cx="108871" cy="1619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2026FB4-E88C-4B12-89B2-A9A22E3A5F90}"/>
              </a:ext>
            </a:extLst>
          </p:cNvPr>
          <p:cNvSpPr txBox="1"/>
          <p:nvPr/>
        </p:nvSpPr>
        <p:spPr>
          <a:xfrm>
            <a:off x="3976079" y="545107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E5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242ED7-8CA3-48E1-BBFC-26EA4EBE2822}"/>
              </a:ext>
            </a:extLst>
          </p:cNvPr>
          <p:cNvCxnSpPr>
            <a:cxnSpLocks/>
          </p:cNvCxnSpPr>
          <p:nvPr/>
        </p:nvCxnSpPr>
        <p:spPr>
          <a:xfrm flipH="1">
            <a:off x="4293676" y="5385159"/>
            <a:ext cx="123157" cy="1449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FBB94D9-EDD1-43DE-A13A-C22622B91AF9}"/>
              </a:ext>
            </a:extLst>
          </p:cNvPr>
          <p:cNvSpPr txBox="1"/>
          <p:nvPr/>
        </p:nvSpPr>
        <p:spPr>
          <a:xfrm>
            <a:off x="3963863" y="5289150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A4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EB96B4A-95B7-43CF-8476-61766F64E81C}"/>
              </a:ext>
            </a:extLst>
          </p:cNvPr>
          <p:cNvCxnSpPr>
            <a:cxnSpLocks/>
          </p:cNvCxnSpPr>
          <p:nvPr/>
        </p:nvCxnSpPr>
        <p:spPr>
          <a:xfrm>
            <a:off x="3716906" y="6142409"/>
            <a:ext cx="24695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2044A4-87AF-47DB-B445-70FA0DEF2B91}"/>
              </a:ext>
            </a:extLst>
          </p:cNvPr>
          <p:cNvCxnSpPr>
            <a:cxnSpLocks/>
          </p:cNvCxnSpPr>
          <p:nvPr/>
        </p:nvCxnSpPr>
        <p:spPr>
          <a:xfrm flipH="1">
            <a:off x="3671354" y="5961421"/>
            <a:ext cx="29250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E71EF0-B3CE-4E5A-ACB1-5AE9A44AE4B9}"/>
              </a:ext>
            </a:extLst>
          </p:cNvPr>
          <p:cNvSpPr txBox="1"/>
          <p:nvPr/>
        </p:nvSpPr>
        <p:spPr>
          <a:xfrm>
            <a:off x="3578821" y="5675029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B71828-F5FF-4005-889D-A22F0F925682}"/>
              </a:ext>
            </a:extLst>
          </p:cNvPr>
          <p:cNvSpPr txBox="1"/>
          <p:nvPr/>
        </p:nvSpPr>
        <p:spPr>
          <a:xfrm>
            <a:off x="3599661" y="611262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D76739-F7E4-4710-880A-9ADA3EC1F512}"/>
              </a:ext>
            </a:extLst>
          </p:cNvPr>
          <p:cNvSpPr txBox="1"/>
          <p:nvPr/>
        </p:nvSpPr>
        <p:spPr>
          <a:xfrm>
            <a:off x="5273342" y="611020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E7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27A040-BFE4-407E-B73A-50860FFD8A50}"/>
              </a:ext>
            </a:extLst>
          </p:cNvPr>
          <p:cNvCxnSpPr>
            <a:cxnSpLocks/>
          </p:cNvCxnSpPr>
          <p:nvPr/>
        </p:nvCxnSpPr>
        <p:spPr>
          <a:xfrm flipV="1">
            <a:off x="5251989" y="6115632"/>
            <a:ext cx="203454" cy="5355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467929C-80EA-4AEB-9FF5-E7B0BE04BA09}"/>
              </a:ext>
            </a:extLst>
          </p:cNvPr>
          <p:cNvCxnSpPr>
            <a:cxnSpLocks/>
          </p:cNvCxnSpPr>
          <p:nvPr/>
        </p:nvCxnSpPr>
        <p:spPr>
          <a:xfrm flipH="1">
            <a:off x="5077930" y="6119150"/>
            <a:ext cx="123157" cy="1449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8306BEE-CFF9-4F0B-9038-F92505611B9F}"/>
              </a:ext>
            </a:extLst>
          </p:cNvPr>
          <p:cNvSpPr txBox="1"/>
          <p:nvPr/>
        </p:nvSpPr>
        <p:spPr>
          <a:xfrm>
            <a:off x="4852173" y="6191619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A6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774AA2-A1DA-4C37-97A5-CCCF43469BF9}"/>
              </a:ext>
            </a:extLst>
          </p:cNvPr>
          <p:cNvCxnSpPr>
            <a:cxnSpLocks/>
          </p:cNvCxnSpPr>
          <p:nvPr/>
        </p:nvCxnSpPr>
        <p:spPr>
          <a:xfrm>
            <a:off x="6554458" y="6354421"/>
            <a:ext cx="189167" cy="12711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F07B38C-B93F-4F4F-8C39-BF632EC1D6BC}"/>
              </a:ext>
            </a:extLst>
          </p:cNvPr>
          <p:cNvSpPr txBox="1"/>
          <p:nvPr/>
        </p:nvSpPr>
        <p:spPr>
          <a:xfrm>
            <a:off x="6284839" y="632764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E8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441178-DCC0-4459-9219-472C983CB984}"/>
              </a:ext>
            </a:extLst>
          </p:cNvPr>
          <p:cNvCxnSpPr>
            <a:cxnSpLocks/>
          </p:cNvCxnSpPr>
          <p:nvPr/>
        </p:nvCxnSpPr>
        <p:spPr>
          <a:xfrm flipH="1">
            <a:off x="6289703" y="6198238"/>
            <a:ext cx="123157" cy="1449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134102D-8C29-4579-BDE2-25AC55767C97}"/>
              </a:ext>
            </a:extLst>
          </p:cNvPr>
          <p:cNvSpPr txBox="1"/>
          <p:nvPr/>
        </p:nvSpPr>
        <p:spPr>
          <a:xfrm>
            <a:off x="5976900" y="6263614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A7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70F42AA-F8CA-415A-AABB-040F75B9FFC9}"/>
              </a:ext>
            </a:extLst>
          </p:cNvPr>
          <p:cNvCxnSpPr>
            <a:cxnSpLocks/>
          </p:cNvCxnSpPr>
          <p:nvPr/>
        </p:nvCxnSpPr>
        <p:spPr>
          <a:xfrm>
            <a:off x="7075516" y="6679406"/>
            <a:ext cx="1" cy="1785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53F7E42-F4DA-4CB9-A1B7-189C1A59CCF0}"/>
              </a:ext>
            </a:extLst>
          </p:cNvPr>
          <p:cNvSpPr txBox="1"/>
          <p:nvPr/>
        </p:nvSpPr>
        <p:spPr>
          <a:xfrm>
            <a:off x="6690474" y="6584568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A8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ABCE71E-E187-4B27-93FA-4F4B27D4067B}"/>
              </a:ext>
            </a:extLst>
          </p:cNvPr>
          <p:cNvCxnSpPr>
            <a:cxnSpLocks/>
          </p:cNvCxnSpPr>
          <p:nvPr/>
        </p:nvCxnSpPr>
        <p:spPr>
          <a:xfrm flipV="1">
            <a:off x="7413653" y="6640263"/>
            <a:ext cx="0" cy="1963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A2EDBCF-FDED-4D36-A473-9F69FA079CAB}"/>
              </a:ext>
            </a:extLst>
          </p:cNvPr>
          <p:cNvSpPr txBox="1"/>
          <p:nvPr/>
        </p:nvSpPr>
        <p:spPr>
          <a:xfrm>
            <a:off x="7419928" y="661481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E9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D079B7E-F203-47E1-8F17-0A61D0A31865}"/>
              </a:ext>
            </a:extLst>
          </p:cNvPr>
          <p:cNvCxnSpPr>
            <a:cxnSpLocks/>
          </p:cNvCxnSpPr>
          <p:nvPr/>
        </p:nvCxnSpPr>
        <p:spPr>
          <a:xfrm>
            <a:off x="7916188" y="6405974"/>
            <a:ext cx="1" cy="1785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ADB1CB5-A764-49EA-B2EC-83DEA151A82C}"/>
              </a:ext>
            </a:extLst>
          </p:cNvPr>
          <p:cNvSpPr txBox="1"/>
          <p:nvPr/>
        </p:nvSpPr>
        <p:spPr>
          <a:xfrm>
            <a:off x="7585153" y="6411410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A9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CF5DD58-CFC5-4E16-B121-20229F8CCF8A}"/>
              </a:ext>
            </a:extLst>
          </p:cNvPr>
          <p:cNvCxnSpPr>
            <a:cxnSpLocks/>
          </p:cNvCxnSpPr>
          <p:nvPr/>
        </p:nvCxnSpPr>
        <p:spPr>
          <a:xfrm flipV="1">
            <a:off x="8023253" y="6307781"/>
            <a:ext cx="0" cy="1963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1683CCD-29A1-4695-86AA-0CC02EA83282}"/>
              </a:ext>
            </a:extLst>
          </p:cNvPr>
          <p:cNvSpPr txBox="1"/>
          <p:nvPr/>
        </p:nvSpPr>
        <p:spPr>
          <a:xfrm>
            <a:off x="7916188" y="6438269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E10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41F0DFD-2846-4DC0-9991-6BAB35D0C65B}"/>
              </a:ext>
            </a:extLst>
          </p:cNvPr>
          <p:cNvCxnSpPr>
            <a:cxnSpLocks/>
          </p:cNvCxnSpPr>
          <p:nvPr/>
        </p:nvCxnSpPr>
        <p:spPr>
          <a:xfrm flipV="1">
            <a:off x="8461083" y="6027571"/>
            <a:ext cx="0" cy="1963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37C4590-2101-4866-B1D8-FD0373580937}"/>
              </a:ext>
            </a:extLst>
          </p:cNvPr>
          <p:cNvSpPr txBox="1"/>
          <p:nvPr/>
        </p:nvSpPr>
        <p:spPr>
          <a:xfrm>
            <a:off x="8354018" y="6158059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B920F9-5EE7-4B36-A898-B308A8EC4D27}"/>
              </a:ext>
            </a:extLst>
          </p:cNvPr>
          <p:cNvSpPr txBox="1"/>
          <p:nvPr/>
        </p:nvSpPr>
        <p:spPr>
          <a:xfrm>
            <a:off x="8034902" y="6214036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A10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650748B-3529-47EF-9EDE-C21575A2FED8}"/>
              </a:ext>
            </a:extLst>
          </p:cNvPr>
          <p:cNvCxnSpPr>
            <a:cxnSpLocks/>
          </p:cNvCxnSpPr>
          <p:nvPr/>
        </p:nvCxnSpPr>
        <p:spPr>
          <a:xfrm>
            <a:off x="8303100" y="6141608"/>
            <a:ext cx="1" cy="1785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3ED057A-AE57-4083-9B0E-B11FBC2113B8}"/>
              </a:ext>
            </a:extLst>
          </p:cNvPr>
          <p:cNvCxnSpPr>
            <a:cxnSpLocks/>
          </p:cNvCxnSpPr>
          <p:nvPr/>
        </p:nvCxnSpPr>
        <p:spPr>
          <a:xfrm>
            <a:off x="8698388" y="5934658"/>
            <a:ext cx="1" cy="1785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A2A84E3-2D5F-4AF0-9176-7FB158BE6F5F}"/>
              </a:ext>
            </a:extLst>
          </p:cNvPr>
          <p:cNvSpPr txBox="1"/>
          <p:nvPr/>
        </p:nvSpPr>
        <p:spPr>
          <a:xfrm>
            <a:off x="8622303" y="5948193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A11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6CA72C6-572A-41B0-85E5-EF5ABE6EA856}"/>
              </a:ext>
            </a:extLst>
          </p:cNvPr>
          <p:cNvCxnSpPr>
            <a:cxnSpLocks/>
          </p:cNvCxnSpPr>
          <p:nvPr/>
        </p:nvCxnSpPr>
        <p:spPr>
          <a:xfrm flipV="1">
            <a:off x="8809592" y="5765036"/>
            <a:ext cx="0" cy="1963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C88EB0A-C762-40A2-A494-51B3BD787CDA}"/>
              </a:ext>
            </a:extLst>
          </p:cNvPr>
          <p:cNvSpPr txBox="1"/>
          <p:nvPr/>
        </p:nvSpPr>
        <p:spPr>
          <a:xfrm>
            <a:off x="8809592" y="5760982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22A29D-A1D8-4371-A9D1-63E8C5563292}"/>
              </a:ext>
            </a:extLst>
          </p:cNvPr>
          <p:cNvSpPr txBox="1"/>
          <p:nvPr/>
        </p:nvSpPr>
        <p:spPr>
          <a:xfrm>
            <a:off x="9162518" y="5443038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A12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8CDB453-5C07-42EF-A23C-B0B0323A62FC}"/>
              </a:ext>
            </a:extLst>
          </p:cNvPr>
          <p:cNvCxnSpPr>
            <a:cxnSpLocks/>
          </p:cNvCxnSpPr>
          <p:nvPr/>
        </p:nvCxnSpPr>
        <p:spPr>
          <a:xfrm>
            <a:off x="9272534" y="5315039"/>
            <a:ext cx="256379" cy="1873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2EF96F4-FFE8-4D0C-8C38-0BA30667E76C}"/>
              </a:ext>
            </a:extLst>
          </p:cNvPr>
          <p:cNvCxnSpPr>
            <a:cxnSpLocks/>
          </p:cNvCxnSpPr>
          <p:nvPr/>
        </p:nvCxnSpPr>
        <p:spPr>
          <a:xfrm flipH="1" flipV="1">
            <a:off x="9404014" y="5134510"/>
            <a:ext cx="303174" cy="27418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B1132E3-8810-4FFC-A4DE-DD7BE70F3F7E}"/>
              </a:ext>
            </a:extLst>
          </p:cNvPr>
          <p:cNvSpPr txBox="1"/>
          <p:nvPr/>
        </p:nvSpPr>
        <p:spPr>
          <a:xfrm>
            <a:off x="9528913" y="5052675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E13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D1AA295-EAD0-42E1-913B-D33F59B622F3}"/>
              </a:ext>
            </a:extLst>
          </p:cNvPr>
          <p:cNvCxnSpPr>
            <a:cxnSpLocks/>
          </p:cNvCxnSpPr>
          <p:nvPr/>
        </p:nvCxnSpPr>
        <p:spPr>
          <a:xfrm flipH="1" flipV="1">
            <a:off x="9541128" y="4172485"/>
            <a:ext cx="303174" cy="27418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1FC89DB-E671-45CB-A7A9-5CFE2A2047D7}"/>
              </a:ext>
            </a:extLst>
          </p:cNvPr>
          <p:cNvSpPr txBox="1"/>
          <p:nvPr/>
        </p:nvSpPr>
        <p:spPr>
          <a:xfrm>
            <a:off x="9653477" y="4097691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89EAE1-61C8-4EC9-9BFE-F72EA037DCC4}"/>
              </a:ext>
            </a:extLst>
          </p:cNvPr>
          <p:cNvSpPr txBox="1"/>
          <p:nvPr/>
        </p:nvSpPr>
        <p:spPr>
          <a:xfrm>
            <a:off x="9350785" y="4487303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A13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9400510-60BA-49BD-B283-2F841F22E3E9}"/>
              </a:ext>
            </a:extLst>
          </p:cNvPr>
          <p:cNvCxnSpPr>
            <a:cxnSpLocks/>
          </p:cNvCxnSpPr>
          <p:nvPr/>
        </p:nvCxnSpPr>
        <p:spPr>
          <a:xfrm>
            <a:off x="9460801" y="4359304"/>
            <a:ext cx="256379" cy="1873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186E08-7CA4-42DA-976B-0FBE56622723}"/>
              </a:ext>
            </a:extLst>
          </p:cNvPr>
          <p:cNvCxnSpPr>
            <a:cxnSpLocks/>
          </p:cNvCxnSpPr>
          <p:nvPr/>
        </p:nvCxnSpPr>
        <p:spPr>
          <a:xfrm flipH="1" flipV="1">
            <a:off x="9194524" y="2647097"/>
            <a:ext cx="394466" cy="1507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8D12BED-CEDF-4FBD-9303-D479A5CE53D0}"/>
              </a:ext>
            </a:extLst>
          </p:cNvPr>
          <p:cNvSpPr txBox="1"/>
          <p:nvPr/>
        </p:nvSpPr>
        <p:spPr>
          <a:xfrm>
            <a:off x="9293087" y="2357635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7CA8D8-90FE-4400-B90C-0077F90DDB91}"/>
              </a:ext>
            </a:extLst>
          </p:cNvPr>
          <p:cNvSpPr txBox="1"/>
          <p:nvPr/>
        </p:nvSpPr>
        <p:spPr>
          <a:xfrm>
            <a:off x="9399887" y="2885700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A14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237E1FA-9E80-48C8-8659-4E2D61675429}"/>
              </a:ext>
            </a:extLst>
          </p:cNvPr>
          <p:cNvCxnSpPr>
            <a:cxnSpLocks/>
          </p:cNvCxnSpPr>
          <p:nvPr/>
        </p:nvCxnSpPr>
        <p:spPr>
          <a:xfrm flipV="1">
            <a:off x="9370266" y="2770963"/>
            <a:ext cx="317294" cy="1625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D8F8CBA-58E6-4BC1-9D5D-4505A8DA1730}"/>
              </a:ext>
            </a:extLst>
          </p:cNvPr>
          <p:cNvCxnSpPr>
            <a:cxnSpLocks/>
          </p:cNvCxnSpPr>
          <p:nvPr/>
        </p:nvCxnSpPr>
        <p:spPr>
          <a:xfrm flipH="1" flipV="1">
            <a:off x="8027668" y="1549817"/>
            <a:ext cx="394466" cy="1507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E8CBACF-B9AF-457E-8054-EE635FE62589}"/>
              </a:ext>
            </a:extLst>
          </p:cNvPr>
          <p:cNvSpPr txBox="1"/>
          <p:nvPr/>
        </p:nvSpPr>
        <p:spPr>
          <a:xfrm>
            <a:off x="8126231" y="1260355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43F1F2F-B450-42A2-8374-1FB4AAA8D0CF}"/>
              </a:ext>
            </a:extLst>
          </p:cNvPr>
          <p:cNvSpPr txBox="1"/>
          <p:nvPr/>
        </p:nvSpPr>
        <p:spPr>
          <a:xfrm>
            <a:off x="8426530" y="1700463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A15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03065C0-DF9F-4E91-81EF-F574D2A486F0}"/>
              </a:ext>
            </a:extLst>
          </p:cNvPr>
          <p:cNvCxnSpPr>
            <a:cxnSpLocks/>
          </p:cNvCxnSpPr>
          <p:nvPr/>
        </p:nvCxnSpPr>
        <p:spPr>
          <a:xfrm flipV="1">
            <a:off x="8396909" y="1585726"/>
            <a:ext cx="317294" cy="1625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39A15D8-A4D1-4F2B-9260-852D78B65D39}"/>
              </a:ext>
            </a:extLst>
          </p:cNvPr>
          <p:cNvCxnSpPr>
            <a:cxnSpLocks/>
          </p:cNvCxnSpPr>
          <p:nvPr/>
        </p:nvCxnSpPr>
        <p:spPr>
          <a:xfrm flipH="1" flipV="1">
            <a:off x="6908427" y="789893"/>
            <a:ext cx="394466" cy="1507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FFE660F0-A46E-4DE1-BE12-17FC70A384DF}"/>
              </a:ext>
            </a:extLst>
          </p:cNvPr>
          <p:cNvSpPr txBox="1"/>
          <p:nvPr/>
        </p:nvSpPr>
        <p:spPr>
          <a:xfrm>
            <a:off x="7006990" y="500431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234197F-9397-4224-AC8E-C412019A6DDE}"/>
              </a:ext>
            </a:extLst>
          </p:cNvPr>
          <p:cNvSpPr txBox="1"/>
          <p:nvPr/>
        </p:nvSpPr>
        <p:spPr>
          <a:xfrm>
            <a:off x="7229895" y="938673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A16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3FAF017-BC28-432F-B4D0-9E9DF8B7C4DF}"/>
              </a:ext>
            </a:extLst>
          </p:cNvPr>
          <p:cNvCxnSpPr>
            <a:cxnSpLocks/>
          </p:cNvCxnSpPr>
          <p:nvPr/>
        </p:nvCxnSpPr>
        <p:spPr>
          <a:xfrm flipV="1">
            <a:off x="7200274" y="823936"/>
            <a:ext cx="317294" cy="1625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3E7A34C-95C9-424D-BCEA-E227CBB804EC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500431"/>
            <a:ext cx="53646" cy="1497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3CE80C1-EB7C-4866-9DA7-A84A18067F4F}"/>
              </a:ext>
            </a:extLst>
          </p:cNvPr>
          <p:cNvSpPr txBox="1"/>
          <p:nvPr/>
        </p:nvSpPr>
        <p:spPr>
          <a:xfrm>
            <a:off x="6162863" y="414825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A17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84F963F-2BE6-4F2C-8FC7-359322B98872}"/>
              </a:ext>
            </a:extLst>
          </p:cNvPr>
          <p:cNvCxnSpPr>
            <a:cxnSpLocks/>
          </p:cNvCxnSpPr>
          <p:nvPr/>
        </p:nvCxnSpPr>
        <p:spPr>
          <a:xfrm flipH="1" flipV="1">
            <a:off x="5558159" y="136849"/>
            <a:ext cx="53646" cy="1497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06151F88-C6BF-419E-BBE3-748C5A18C9D8}"/>
              </a:ext>
            </a:extLst>
          </p:cNvPr>
          <p:cNvSpPr txBox="1"/>
          <p:nvPr/>
        </p:nvSpPr>
        <p:spPr>
          <a:xfrm>
            <a:off x="5625022" y="51243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A18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EC07832-929E-400D-BBE2-E068FA7394FF}"/>
              </a:ext>
            </a:extLst>
          </p:cNvPr>
          <p:cNvCxnSpPr>
            <a:cxnSpLocks/>
          </p:cNvCxnSpPr>
          <p:nvPr/>
        </p:nvCxnSpPr>
        <p:spPr>
          <a:xfrm>
            <a:off x="5193506" y="345845"/>
            <a:ext cx="316756" cy="34650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41FA57C6-CCBA-4414-A4A8-2BE3F6E04DD4}"/>
              </a:ext>
            </a:extLst>
          </p:cNvPr>
          <p:cNvSpPr txBox="1"/>
          <p:nvPr/>
        </p:nvSpPr>
        <p:spPr>
          <a:xfrm>
            <a:off x="4797747" y="138852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E18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3B9547F-88C8-444D-8F02-BA3B3D4D382B}"/>
              </a:ext>
            </a:extLst>
          </p:cNvPr>
          <p:cNvCxnSpPr>
            <a:cxnSpLocks/>
          </p:cNvCxnSpPr>
          <p:nvPr/>
        </p:nvCxnSpPr>
        <p:spPr>
          <a:xfrm flipH="1">
            <a:off x="4847563" y="1700463"/>
            <a:ext cx="123157" cy="1449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E8341E3-C723-4EB9-A387-066AA40C6A4E}"/>
              </a:ext>
            </a:extLst>
          </p:cNvPr>
          <p:cNvSpPr txBox="1"/>
          <p:nvPr/>
        </p:nvSpPr>
        <p:spPr>
          <a:xfrm>
            <a:off x="4503941" y="1517107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FF0000"/>
                </a:solidFill>
              </a:rPr>
              <a:t>A19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EAB4A31-BF19-4CAD-8C11-DAC9197235C6}"/>
              </a:ext>
            </a:extLst>
          </p:cNvPr>
          <p:cNvCxnSpPr>
            <a:cxnSpLocks/>
          </p:cNvCxnSpPr>
          <p:nvPr/>
        </p:nvCxnSpPr>
        <p:spPr>
          <a:xfrm flipH="1">
            <a:off x="4604541" y="1942131"/>
            <a:ext cx="123157" cy="1449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1E7B8607-2EEA-4AB7-BCB5-786662A9A849}"/>
              </a:ext>
            </a:extLst>
          </p:cNvPr>
          <p:cNvSpPr txBox="1"/>
          <p:nvPr/>
        </p:nvSpPr>
        <p:spPr>
          <a:xfrm>
            <a:off x="4260919" y="1758775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>
                <a:solidFill>
                  <a:srgbClr val="00B050"/>
                </a:solidFill>
              </a:rPr>
              <a:t>E19</a:t>
            </a:r>
          </a:p>
        </p:txBody>
      </p:sp>
    </p:spTree>
    <p:extLst>
      <p:ext uri="{BB962C8B-B14F-4D97-AF65-F5344CB8AC3E}">
        <p14:creationId xmlns:p14="http://schemas.microsoft.com/office/powerpoint/2010/main" val="3178323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Widescreen</PresentationFormat>
  <Paragraphs>82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Riehl  Kevin</dc:creator>
  <cp:lastModifiedBy>Riehl  Kevin</cp:lastModifiedBy>
  <cp:revision>19</cp:revision>
  <dcterms:created xsi:type="dcterms:W3CDTF">2025-04-12T20:24:07Z</dcterms:created>
  <dcterms:modified xsi:type="dcterms:W3CDTF">2025-04-12T22:14:53Z</dcterms:modified>
</cp:coreProperties>
</file>